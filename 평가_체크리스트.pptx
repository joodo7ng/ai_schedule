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평가 체크리스트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사용자 입력 </a:t>
            </a:r>
            <a:pPr algn="l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⭕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프로필·고정 일정·우선순위·조건 입력 정상 처리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914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005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추천 알고리즘 </a:t>
            </a:r>
            <a:pPr algn="l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0" y="14173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학년·학기·트랙 필터링 + 우선순위 가중치 점수 계산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충돌 / 분반 중복 방지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학점 부족 시 교양 폴백 (다른 학기 교양으로 보충)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914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005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시간표 시각화 </a:t>
            </a:r>
            <a:pPr algn="l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63640" y="14173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요일·시간 그리드, 총 학점·종합 점수 표시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7889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LLM 추천 이유 </a:t>
            </a:r>
            <a:pPr algn="l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자연어 설명 자동 생성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27889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AI 챗봇 </a:t>
            </a:r>
            <a:pPr algn="l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컨텍스트 인식 (프로필·추천 시간표 자동 활용)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턴 대화 (이전 맥락 기억)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졸업요건 / 잔여 학점 계산 (카테고리별)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27889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 데이터 유지 &amp; 서버 안정성 </a:t>
            </a:r>
            <a:pPr algn="l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⭕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 이동·새로고침 후에도 그대로 유지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10 / 10 항목 정상 동작 — 핵심 기능 전 영역 의도된 동작 확인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기능 평가 체크리스트</dc:title>
  <dc:subject>PptxGenJS Presentation</dc:subject>
  <dc:creator>PptxGenJS</dc:creator>
  <cp:lastModifiedBy>PptxGenJS</cp:lastModifiedBy>
  <cp:revision>1</cp:revision>
  <dcterms:created xsi:type="dcterms:W3CDTF">2026-05-28T05:01:58Z</dcterms:created>
  <dcterms:modified xsi:type="dcterms:W3CDTF">2026-05-28T05:01:58Z</dcterms:modified>
</cp:coreProperties>
</file>